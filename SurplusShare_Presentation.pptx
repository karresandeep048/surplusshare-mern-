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🌱 MERN STACK SUSTAINABILITY PLATFORM</a:t>
            </a:r>
          </a:p>
          <a:p>
            <a:pPr>
              <a:spcBef>
                <a:spcPts val="1200"/>
              </a:spcBef>
              <a:defRPr sz="5000" b="1">
                <a:solidFill>
                  <a:srgbClr val="F1F5F9"/>
                </a:solidFill>
              </a:defRPr>
            </a:pPr>
            <a:r>
              <a:t>SurplusShare</a:t>
            </a:r>
          </a:p>
          <a:p>
            <a:pPr>
              <a:spcBef>
                <a:spcPts val="1400"/>
              </a:spcBef>
              <a:defRPr sz="2000">
                <a:solidFill>
                  <a:srgbClr val="94A3B8"/>
                </a:solidFill>
              </a:defRPr>
            </a:pPr>
            <a:r>
              <a:t>Save Food. Share Good. Connecting Surplus Meals with Communities in Real-Time.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937760"/>
            <a:ext cx="24688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292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📍 Geospatial Matching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Interactive Leaflet live food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47872" y="4937760"/>
            <a:ext cx="24688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50292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📧 Live Email Center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Instant digital claim passes &amp; arrival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937760"/>
            <a:ext cx="24688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2783" y="50292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🔐 6-Digit Handover OTP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Cryptographic pickup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14816" y="4937760"/>
            <a:ext cx="24688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06256" y="50292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🌍 ESG Impact Metrics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Calculated CO2, water &amp; meal savings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01 / PROBLEM STATEMENT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The Food Waste Paradox &amp; Market Gaps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920240"/>
            <a:ext cx="2880360" cy="502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43F5E"/>
                </a:solidFill>
              </a:defRPr>
            </a:pPr>
            <a:r>
              <a:t>🚨 Widespread Food Insecurity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3063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Huge Quantities of Edible Waste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Restaurants, catering businesses, university canteens, and bakeries prepare fresh food daily, discarding high-quality surplus meals simply due to lack of immediate redistribution channels.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17720" y="1920240"/>
            <a:ext cx="2880360" cy="502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6596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⏱️ Zero Perishable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651760"/>
            <a:ext cx="3063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Absence of Real-Time Infrastructure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Traditional food charity operates on batch logistics with long lead times, making same-day perishable food rescue nearly impossible before food expires.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920240"/>
            <a:ext cx="2880360" cy="502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🔒 Verification &amp; Notification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51760"/>
            <a:ext cx="3063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Security &amp; Communication Deficit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Uncoordinated pickups cause food safety concerns, unauthorized collections, lack of instant arrival alerts, and no proof of handover between donor and receiver.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02 / PROPOSED SOLUTION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SurplusShare: The Direct Hyperlocal Food Bridge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83080"/>
            <a:ext cx="548640" cy="5029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1907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Donor Onboarding &amp; Instant Postings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Suppliers easily post surplus items in seconds with quantity, expiry timer, dietary labels, pickup windows, and geo-coordinates.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78608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715768"/>
            <a:ext cx="548640" cy="5029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51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Map-Based Community Discovery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Receivers browse nearby fresh &amp; urgent food via interactive Leaflet map, radius filters, and dietary preference filters.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11296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648456"/>
            <a:ext cx="548640" cy="5029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75887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58444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Atomic Claims &amp; Quantity Management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Instant reservation deduction prevents overselling; partial claim allows multiple community members to share bulk batches.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43984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581144"/>
            <a:ext cx="548640" cy="5029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08576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517136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Interactive Email Notification Center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Instant email claim passes with 6-digit OTP, resend option on UI, and instant arrival alerts to donors.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76672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5513832"/>
            <a:ext cx="548640" cy="5029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41264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449824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Two-Way Pickup Verification &amp; ESG Impact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Secure 6-digit OTP ensures authenticated handover while computing CO2, water, and meal rescue analytics in real-time.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03 / USER ROLES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Target Stakeholders &amp; Dual-Sided Workflows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82296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🍽️ Food Suppliers / Donors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Restaurants, Bakeries, Canteens, Caterers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Create food listings with photo, portions &amp; time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Receive automated reservation &amp; arrival emails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Enter 6-digit receiver OTP to confirm handover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View donor impact analytics &amp; meals rescued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29000" cy="8229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🤝 Food Receivers / Community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60604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Individuals, NGOs, Volunteers, Shelters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Search food by map location, urgency &amp; diet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Reserve meals &amp; trigger instant email passes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Track pickup route &amp; send 1-click arrival alert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Present unique 6-digit OTP during collection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29000" cy="82296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78308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🛡️ System Administrators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0604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Platform Governance &amp; Community Trust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Supervise listings, reservations &amp; users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Automated background auto-expiry management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Ecosystem sustainability &amp; city-wide metrics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Test &amp; monitor live email dispatch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04 / TECHNICAL ARCHITECTURE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Full-Stack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Client Tier (React 18 + Vite)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Tailwind CSS v4 &amp; Lucide Icons for responsive UX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React-Leaflet for geospatial map visualization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Email Sending &amp; Delivery Status controls in UI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Real-time Order Tracker with arrival polling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Dynamic ESG Impact Calculator component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Application Tier (Express 5 + Node)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RESTful API Architecture with MVC separation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Auth Middleware with JWT signature verification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Upgraded Nodemailer Gmail notification pipeline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Automated autoExpireItems() lifecycle engine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Dedicated /api/reservations/resend-email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Data Tier (MongoDB Atlas)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User Schema: Roles, preferences &amp; impact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FoodListing Schema: Geolocation &amp; availability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Reservation Schema: Timestamps &amp; pickup codes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Idempotent database seeding scripts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Atomic transactions &amp; quantity decrement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05 / EMAIL NOTIFICATION SYSTEM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Upgraded Email &amp; Automated Notification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37160" cy="201168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Instant Receiver Claim Pass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When a user reserves food, an automated HTML email pass is dispatched containing the food name, donor address, pickup window, and unique 6-digit OTP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137160" cy="2011680"/>
          </a:xfrm>
          <a:prstGeom prst="roundRect">
            <a:avLst/>
          </a:prstGeom>
          <a:solidFill>
            <a:srgbClr val="0284C7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Real-Time Donor Claim Alert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Suppliers instantly receive an email alert with recipient details, portion count, and safety instructions when their surplus food is claimed.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37160" cy="2011680"/>
          </a:xfrm>
          <a:prstGeom prst="roundRect">
            <a:avLst/>
          </a:prstGeom>
          <a:solidFill>
            <a:srgbClr val="D9770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11480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On-Demand 'Email Pass' Option in UI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Users can click 'Email Pass' on MyReservations, Order Tracker, and Dashboard to send/resend their vouchers to any email address anytime.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137160" cy="2011680"/>
          </a:xfrm>
          <a:prstGeom prst="roundRect">
            <a:avLst/>
          </a:prstGeom>
          <a:solidFill>
            <a:srgbClr val="7C3AE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411480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4. Resilient Fallback &amp; Diagnostics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Configured with Nodemailer Gmail SMTP (16-char App Passwords), 5-second socket timeouts, and self-healing formatted console logging.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06 / CORE FEATURES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Key Innovation Highlights &amp;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📍 Interactive Geospatial Map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Visualizes nearby food pins (Urgent ⚡ vs Fresh 🌱), allows radius filtering (5-50km), and enables one-click directions.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🔐 6-Digit Pickup Code Verification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Zero-friction verification system: Receivers provide a unique 6-digit OTP; suppliers verify it on the terminal to complete handover.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2120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🛵 Live Order &amp; Arrival Tracker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Live progress route simulation with one-touch 'Notify Donor I Have Arrived' sending instant email &amp; in-app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00400"/>
            <a:ext cx="52120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33756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📧 Integrated Email Center &amp; Passes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Direct 'Email Pass' and 'Resend Pass' buttons in the UI dispatching full HTML vouchers to user inboxes.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52120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⏳ Self-Healing Auto-Expiry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Automated cron/service marks past-due food as EXPIRED and releases abandoned holds back to the community pool.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754880"/>
            <a:ext cx="52120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89204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📊 ESG Impact Analytics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Live dashboard computing total meals rescued, CO2 avoided (2.5kg/meal), and water preserved (140L/meal).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07 / DATA DESIGN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Database Schema &amp; Entity Relationships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📦 User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name: String (Required)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email: String (Unique, Indexed)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password: String (Bcrypt Hashed)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role: ['supplier', 'receiver', 'admin']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dietaryPreferences: [String]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mealsRescued: Number (Default: 0)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location: String, profileImage: String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29000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737360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📦 FoodListing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7744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supplier: ObjectId (Ref: 'User')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foodName, description, unit: String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quantity, availableQuantity: Number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foodType: ['Vegetarian', 'Vegan', ...]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pickupStart, pickupEnd, expiryTime: Date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coordinates: { lat: Number, lng: Number }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status: ['AVAILABLE', 'RESERVED', 'COLLECTED', 'EXPIRED']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29000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737360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📦 Reservation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37744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foodListing: ObjectId (Ref: 'FoodListing')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receiver: ObjectId (Ref: 'User')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quantity: Number (Claimed count)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pickupCode: String (6-digit OTP)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pickerArrived: Boolean (Arrival ping)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status: ['RESERVED', 'COLLECTED', 'CANCELLED', 'EXPIRED']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reservedAt, arrivedAt, collectedAt: 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08 / USER JOURNEY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End-to-End Operational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0116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2103120"/>
            <a:ext cx="91440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40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1. Food Listed</a:t>
            </a:r>
          </a:p>
          <a:p>
            <a:pPr algn="ctr"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Supplier inputs food details, quantities, photo &amp; expiry window.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828800"/>
            <a:ext cx="20116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56432" y="2103120"/>
            <a:ext cx="91440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2240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284C7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310896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2. Real-Time Discovery</a:t>
            </a:r>
          </a:p>
          <a:p>
            <a:pPr algn="ctr"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Receivers explore live pins &amp; filter by distance or diet.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828800"/>
            <a:ext cx="20116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32704" y="2103120"/>
            <a:ext cx="91440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32704" y="2240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310896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3. Claim &amp; Email Pass</a:t>
            </a:r>
          </a:p>
          <a:p>
            <a:pPr algn="ctr"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6-digit OTP generated &amp; emailed with on-demand resend option.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1828800"/>
            <a:ext cx="20116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08975" y="2103120"/>
            <a:ext cx="91440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5" y="2240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1775" y="310896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4. Arrival Ping</a:t>
            </a:r>
          </a:p>
          <a:p>
            <a:pPr algn="ctr"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Receiver reaches venue &amp; clicks 'Notify Arrival'; donor alerted by email.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6608" y="1828800"/>
            <a:ext cx="20116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85248" y="2103120"/>
            <a:ext cx="91440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85248" y="2240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8" y="310896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5. Code Handover</a:t>
            </a:r>
          </a:p>
          <a:p>
            <a:pPr algn="ctr"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Donor validates 6-digit OTP; meal marked COLLECTED &amp; logged.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09 / IMPACT &amp; SUSTAINABILITY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Measurable Environmental &amp; Social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9669"/>
                </a:solidFill>
              </a:defRPr>
            </a:pPr>
            <a:r>
              <a:t>🍲 1,420+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Meals Rescued This Month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Redirected to local community members &amp; shelters across Bengaluru.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9488"/>
                </a:solidFill>
              </a:defRPr>
            </a:pPr>
            <a:r>
              <a:t>🌿 3,550 kg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CO2 Emissions Prevented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Direct landfill greenhouse gas reduction (estimated at 2.5kg CO2e per meal).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84C7"/>
                </a:solidFill>
              </a:defRPr>
            </a:pPr>
            <a:r>
              <a:t>💧 198,800 L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Water Footprint Preserved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Virtual water footprint saved through upstream food salvage (140L/meal).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97706"/>
                </a:solidFill>
              </a:defRPr>
            </a:pPr>
            <a:r>
              <a:t>💰 ₹1,70,000+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Community Value Generated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Direct economic relief delivered to underserved families and partner NGOs.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10 / FUTURE SCOPE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Strategic Roadmap &amp; Future Evolution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463040" cy="5029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01952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Next Quarter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7373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Phase 1: Logistics &amp; Volunteer Network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Introduce crowdsourced volunteer pickup drivers for bulk food donations where receivers lack immediate transportation.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971800"/>
            <a:ext cx="1463040" cy="5029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44952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Mid 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8803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Phase 2: AI Expiry &amp; Surplus Prediction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ML-based forecasting model advising restaurants on daily preparation volumes and auto-boosting urgent food before expiration.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4114800"/>
            <a:ext cx="1463040" cy="5029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87952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Mid 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0233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Phase 3: QR Code &amp; Mobile PWA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Native mobile PWA with camera QR code scanning for instantaneous supplier-receiver handovers and offline sync.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5257800"/>
            <a:ext cx="1463040" cy="5029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30952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Long Term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1663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Phase 4: Corporate CSR &amp; Tax Incentive Portal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Automated tax benefit &amp; CSR impact certificates for corporate canteens and hotel chains donating excess food.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🌱 TRANSFORMATIVE COMMUNITY SUSTAINABILITY</a:t>
            </a:r>
          </a:p>
          <a:p>
            <a:pPr>
              <a:spcBef>
                <a:spcPts val="800"/>
              </a:spcBef>
              <a:defRPr sz="5000" b="1">
                <a:solidFill>
                  <a:srgbClr val="F1F5F9"/>
                </a:solidFill>
              </a:defRPr>
            </a:pPr>
            <a:r>
              <a:t>Thank You!</a:t>
            </a:r>
          </a:p>
          <a:p>
            <a:pPr>
              <a:spcBef>
                <a:spcPts val="1200"/>
              </a:spcBef>
              <a:defRPr sz="2000">
                <a:solidFill>
                  <a:srgbClr val="94A3B8"/>
                </a:solidFill>
              </a:defRPr>
            </a:pPr>
            <a:r>
              <a:t>SurplusShare turns food waste into community nourishment through thoughtful technology.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103327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51960"/>
            <a:ext cx="9966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🚀 LIVE DEMO CREDENTIALS (Default Password: password123)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Supplier: demo.supplier@surplusshare.com  |  Green Bowl Restaurant (Post &amp; Verify)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• Receiver: demo.receiver@surplusshare.com  |  Arjun / Community Member (Find, Reserve &amp; Track)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• Admin: demo.admin@surplusshare.com  |  System &amp; Ecosystem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